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410" r:id="rId3"/>
    <p:sldId id="432" r:id="rId5"/>
    <p:sldId id="441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639F"/>
    <a:srgbClr val="ACC6DD"/>
    <a:srgbClr val="5A7EB0"/>
    <a:srgbClr val="EAEDEF"/>
    <a:srgbClr val="DCE4EB"/>
    <a:srgbClr val="6F94BE"/>
    <a:srgbClr val="1D3A78"/>
    <a:srgbClr val="34619B"/>
    <a:srgbClr val="3663AE"/>
    <a:srgbClr val="F3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1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952" y="-152"/>
      </p:cViewPr>
      <p:guideLst>
        <p:guide orient="horz" pos="210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34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90204" pitchFamily="34" charset="0"/>
              <a:ea typeface="思源黑体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90204" pitchFamily="34" charset="0"/>
                <a:ea typeface="思源黑体" panose="020B0800000000000000" charset="-122"/>
              </a:rPr>
            </a:fld>
            <a:endParaRPr lang="zh-CN" altLang="en-US">
              <a:latin typeface="Arial" panose="020B0604020202090204" pitchFamily="34" charset="0"/>
              <a:ea typeface="思源黑体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90204" pitchFamily="34" charset="0"/>
              <a:ea typeface="思源黑体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90204" pitchFamily="34" charset="0"/>
                <a:ea typeface="思源黑体" panose="020B0800000000000000" charset="-122"/>
              </a:rPr>
            </a:fld>
            <a:endParaRPr lang="zh-CN" altLang="en-US">
              <a:latin typeface="Arial" panose="020B0604020202090204" pitchFamily="34" charset="0"/>
              <a:ea typeface="思源黑体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90204" pitchFamily="34" charset="0"/>
                <a:ea typeface="思源黑体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90204" pitchFamily="34" charset="0"/>
                <a:ea typeface="思源黑体" panose="020B08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90204" pitchFamily="34" charset="0"/>
                <a:ea typeface="思源黑体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90204" pitchFamily="34" charset="0"/>
                <a:ea typeface="思源黑体" panose="020B08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思源黑体" panose="020B08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思源黑体" panose="020B08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思源黑体" panose="020B08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思源黑体" panose="020B08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90204" pitchFamily="34" charset="0"/>
        <a:ea typeface="思源黑体" panose="020B08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4.xml"/><Relationship Id="rId3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2" Type="http://schemas.openxmlformats.org/officeDocument/2006/relationships/tags" Target="../tags/tag15.xml"/><Relationship Id="rId11" Type="http://schemas.openxmlformats.org/officeDocument/2006/relationships/image" Target="../media/image3.png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tags" Target="../tags/tag17.xml"/><Relationship Id="rId3" Type="http://schemas.openxmlformats.org/officeDocument/2006/relationships/image" Target="../media/image1.jpeg"/><Relationship Id="rId2" Type="http://schemas.openxmlformats.org/officeDocument/2006/relationships/tags" Target="../tags/tag16.xml"/><Relationship Id="rId11" Type="http://schemas.openxmlformats.org/officeDocument/2006/relationships/tags" Target="../tags/tag22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8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51" name="图片 50" descr="未标题-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61695" y="-434975"/>
            <a:ext cx="10468610" cy="78498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8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51" name="图片 50" descr="未标题-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61695" y="-434975"/>
            <a:ext cx="10468610" cy="7849870"/>
          </a:xfrm>
          <a:prstGeom prst="rect">
            <a:avLst/>
          </a:prstGeom>
        </p:spPr>
      </p:pic>
      <p:pic>
        <p:nvPicPr>
          <p:cNvPr id="7" name="图片 6" descr="医赋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89515" y="243205"/>
            <a:ext cx="1318895" cy="414020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>
            <p:custDataLst>
              <p:tags r:id="rId7"/>
            </p:custDataLst>
          </p:nvPr>
        </p:nvSpPr>
        <p:spPr>
          <a:xfrm>
            <a:off x="9540875" y="692915"/>
            <a:ext cx="2418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危机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创新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B639F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6691630"/>
            <a:ext cx="12192635" cy="166370"/>
            <a:chOff x="-54" y="7565"/>
            <a:chExt cx="14424" cy="530"/>
          </a:xfrm>
        </p:grpSpPr>
        <p:sp>
          <p:nvSpPr>
            <p:cNvPr id="101" name="矩形 100"/>
            <p:cNvSpPr/>
            <p:nvPr userDrawn="1">
              <p:custDataLst>
                <p:tags r:id="rId8"/>
              </p:custDataLst>
            </p:nvPr>
          </p:nvSpPr>
          <p:spPr>
            <a:xfrm>
              <a:off x="2891" y="7565"/>
              <a:ext cx="11479" cy="530"/>
            </a:xfrm>
            <a:prstGeom prst="rect">
              <a:avLst/>
            </a:prstGeom>
            <a:solidFill>
              <a:srgbClr val="4B639F"/>
            </a:solidFill>
            <a:ln w="12700" cmpd="sng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>
              <p:custDataLst>
                <p:tags r:id="rId9"/>
              </p:custDataLst>
            </p:nvPr>
          </p:nvSpPr>
          <p:spPr>
            <a:xfrm>
              <a:off x="-54" y="7565"/>
              <a:ext cx="3450" cy="530"/>
            </a:xfrm>
            <a:prstGeom prst="rect">
              <a:avLst/>
            </a:prstGeom>
            <a:solidFill>
              <a:srgbClr val="ACC6DD"/>
            </a:solidFill>
            <a:ln w="12700" cmpd="sng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8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51" name="图片 50" descr="未标题-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61695" y="-434975"/>
            <a:ext cx="10468610" cy="7849870"/>
          </a:xfrm>
          <a:prstGeom prst="rect">
            <a:avLst/>
          </a:prstGeom>
        </p:spPr>
      </p:pic>
      <p:cxnSp>
        <p:nvCxnSpPr>
          <p:cNvPr id="24" name="直接箭头连接符 23"/>
          <p:cNvCxnSpPr/>
          <p:nvPr userDrawn="1">
            <p:custDataLst>
              <p:tags r:id="rId6"/>
            </p:custDataLst>
          </p:nvPr>
        </p:nvCxnSpPr>
        <p:spPr>
          <a:xfrm>
            <a:off x="1117600" y="1073785"/>
            <a:ext cx="3213100" cy="0"/>
          </a:xfrm>
          <a:prstGeom prst="straightConnector1">
            <a:avLst/>
          </a:prstGeom>
          <a:ln>
            <a:solidFill>
              <a:srgbClr val="4B639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/>
          <p:cNvSpPr/>
          <p:nvPr userDrawn="1">
            <p:custDataLst>
              <p:tags r:id="rId7"/>
            </p:custDataLst>
          </p:nvPr>
        </p:nvSpPr>
        <p:spPr>
          <a:xfrm rot="18900000" flipH="1" flipV="1">
            <a:off x="444500" y="379095"/>
            <a:ext cx="505460" cy="505460"/>
          </a:xfrm>
          <a:prstGeom prst="roundRect">
            <a:avLst>
              <a:gd name="adj" fmla="val 16186"/>
            </a:avLst>
          </a:prstGeom>
          <a:solidFill>
            <a:srgbClr val="4B6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任意多边形: 形状 57"/>
          <p:cNvSpPr/>
          <p:nvPr userDrawn="1">
            <p:custDataLst>
              <p:tags r:id="rId8"/>
            </p:custDataLst>
          </p:nvPr>
        </p:nvSpPr>
        <p:spPr>
          <a:xfrm rot="18900000" flipH="1" flipV="1">
            <a:off x="-207010" y="-177165"/>
            <a:ext cx="989965" cy="602615"/>
          </a:xfrm>
          <a:custGeom>
            <a:avLst/>
            <a:gdLst>
              <a:gd name="connsiteX0" fmla="*/ 2236194 w 2298323"/>
              <a:gd name="connsiteY0" fmla="*/ 62129 h 2142804"/>
              <a:gd name="connsiteX1" fmla="*/ 2298323 w 2298323"/>
              <a:gd name="connsiteY1" fmla="*/ 212121 h 2142804"/>
              <a:gd name="connsiteX2" fmla="*/ 2298323 w 2298323"/>
              <a:gd name="connsiteY2" fmla="*/ 1987286 h 2142804"/>
              <a:gd name="connsiteX3" fmla="*/ 2142805 w 2298323"/>
              <a:gd name="connsiteY3" fmla="*/ 2142804 h 2142804"/>
              <a:gd name="connsiteX4" fmla="*/ 0 w 2298323"/>
              <a:gd name="connsiteY4" fmla="*/ 0 h 2142804"/>
              <a:gd name="connsiteX5" fmla="*/ 2086202 w 2298323"/>
              <a:gd name="connsiteY5" fmla="*/ 0 h 2142804"/>
              <a:gd name="connsiteX6" fmla="*/ 2236194 w 2298323"/>
              <a:gd name="connsiteY6" fmla="*/ 62129 h 214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9" h="949">
                <a:moveTo>
                  <a:pt x="1517" y="42"/>
                </a:moveTo>
                <a:cubicBezTo>
                  <a:pt x="1543" y="66"/>
                  <a:pt x="1559" y="110"/>
                  <a:pt x="1559" y="142"/>
                </a:cubicBezTo>
                <a:lnTo>
                  <a:pt x="1559" y="144"/>
                </a:lnTo>
                <a:lnTo>
                  <a:pt x="1559" y="337"/>
                </a:lnTo>
                <a:lnTo>
                  <a:pt x="947" y="949"/>
                </a:lnTo>
                <a:lnTo>
                  <a:pt x="0" y="0"/>
                </a:lnTo>
                <a:lnTo>
                  <a:pt x="1415" y="0"/>
                </a:lnTo>
                <a:lnTo>
                  <a:pt x="1417" y="0"/>
                </a:lnTo>
                <a:cubicBezTo>
                  <a:pt x="1456" y="-1"/>
                  <a:pt x="1497" y="21"/>
                  <a:pt x="1517" y="42"/>
                </a:cubicBezTo>
                <a:close/>
              </a:path>
            </a:pathLst>
          </a:custGeom>
          <a:solidFill>
            <a:srgbClr val="ACC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1" name="任意多边形: 形状 60"/>
          <p:cNvSpPr/>
          <p:nvPr userDrawn="1">
            <p:custDataLst>
              <p:tags r:id="rId9"/>
            </p:custDataLst>
          </p:nvPr>
        </p:nvSpPr>
        <p:spPr>
          <a:xfrm rot="18900000" flipV="1">
            <a:off x="8949690" y="5125720"/>
            <a:ext cx="3860800" cy="2527935"/>
          </a:xfrm>
          <a:custGeom>
            <a:avLst/>
            <a:gdLst>
              <a:gd name="connsiteX0" fmla="*/ 0 w 2245582"/>
              <a:gd name="connsiteY0" fmla="*/ 2245582 h 2245582"/>
              <a:gd name="connsiteX1" fmla="*/ 2245582 w 2245582"/>
              <a:gd name="connsiteY1" fmla="*/ 0 h 2245582"/>
              <a:gd name="connsiteX2" fmla="*/ 2245582 w 2245582"/>
              <a:gd name="connsiteY2" fmla="*/ 1734857 h 2245582"/>
              <a:gd name="connsiteX3" fmla="*/ 1734857 w 2245582"/>
              <a:gd name="connsiteY3" fmla="*/ 2245582 h 224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" h="5019">
                <a:moveTo>
                  <a:pt x="0" y="5018"/>
                </a:moveTo>
                <a:lnTo>
                  <a:pt x="5018" y="0"/>
                </a:lnTo>
                <a:lnTo>
                  <a:pt x="7663" y="2645"/>
                </a:lnTo>
                <a:lnTo>
                  <a:pt x="7663" y="3276"/>
                </a:lnTo>
                <a:cubicBezTo>
                  <a:pt x="7693" y="4254"/>
                  <a:pt x="6797" y="5042"/>
                  <a:pt x="5920" y="5018"/>
                </a:cubicBezTo>
                <a:lnTo>
                  <a:pt x="0" y="5018"/>
                </a:lnTo>
                <a:close/>
              </a:path>
            </a:pathLst>
          </a:custGeom>
          <a:solidFill>
            <a:srgbClr val="ACC6D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 descr="医赋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089515" y="243205"/>
            <a:ext cx="1318895" cy="414020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>
            <p:custDataLst>
              <p:tags r:id="rId12"/>
            </p:custDataLst>
          </p:nvPr>
        </p:nvSpPr>
        <p:spPr>
          <a:xfrm>
            <a:off x="9540875" y="692915"/>
            <a:ext cx="2418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危机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创新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B639F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8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51" name="图片 50" descr="未标题-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61695" y="-434975"/>
            <a:ext cx="10468610" cy="7849870"/>
          </a:xfrm>
          <a:prstGeom prst="rect">
            <a:avLst/>
          </a:prstGeom>
        </p:spPr>
      </p:pic>
      <p:sp>
        <p:nvSpPr>
          <p:cNvPr id="40" name="矩形: 圆角 39"/>
          <p:cNvSpPr/>
          <p:nvPr userDrawn="1">
            <p:custDataLst>
              <p:tags r:id="rId6"/>
            </p:custDataLst>
          </p:nvPr>
        </p:nvSpPr>
        <p:spPr>
          <a:xfrm rot="18900000">
            <a:off x="8769516" y="4307262"/>
            <a:ext cx="1553028" cy="1553028"/>
          </a:xfrm>
          <a:prstGeom prst="roundRect">
            <a:avLst>
              <a:gd name="adj" fmla="val 16186"/>
            </a:avLst>
          </a:prstGeom>
          <a:solidFill>
            <a:srgbClr val="EAED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任意多边形: 形状 57"/>
          <p:cNvSpPr/>
          <p:nvPr userDrawn="1">
            <p:custDataLst>
              <p:tags r:id="rId7"/>
            </p:custDataLst>
          </p:nvPr>
        </p:nvSpPr>
        <p:spPr>
          <a:xfrm rot="18900000">
            <a:off x="9596625" y="5731614"/>
            <a:ext cx="2298323" cy="2142804"/>
          </a:xfrm>
          <a:custGeom>
            <a:avLst/>
            <a:gdLst>
              <a:gd name="connsiteX0" fmla="*/ 2236194 w 2298323"/>
              <a:gd name="connsiteY0" fmla="*/ 62129 h 2142804"/>
              <a:gd name="connsiteX1" fmla="*/ 2298323 w 2298323"/>
              <a:gd name="connsiteY1" fmla="*/ 212121 h 2142804"/>
              <a:gd name="connsiteX2" fmla="*/ 2298323 w 2298323"/>
              <a:gd name="connsiteY2" fmla="*/ 1987286 h 2142804"/>
              <a:gd name="connsiteX3" fmla="*/ 2142805 w 2298323"/>
              <a:gd name="connsiteY3" fmla="*/ 2142804 h 2142804"/>
              <a:gd name="connsiteX4" fmla="*/ 0 w 2298323"/>
              <a:gd name="connsiteY4" fmla="*/ 0 h 2142804"/>
              <a:gd name="connsiteX5" fmla="*/ 2086202 w 2298323"/>
              <a:gd name="connsiteY5" fmla="*/ 0 h 2142804"/>
              <a:gd name="connsiteX6" fmla="*/ 2236194 w 2298323"/>
              <a:gd name="connsiteY6" fmla="*/ 62129 h 214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8323" h="2142804">
                <a:moveTo>
                  <a:pt x="2236194" y="62129"/>
                </a:moveTo>
                <a:cubicBezTo>
                  <a:pt x="2274581" y="100515"/>
                  <a:pt x="2298323" y="153545"/>
                  <a:pt x="2298323" y="212121"/>
                </a:cubicBezTo>
                <a:lnTo>
                  <a:pt x="2298323" y="1987286"/>
                </a:lnTo>
                <a:lnTo>
                  <a:pt x="2142805" y="2142804"/>
                </a:lnTo>
                <a:lnTo>
                  <a:pt x="0" y="0"/>
                </a:lnTo>
                <a:lnTo>
                  <a:pt x="2086202" y="0"/>
                </a:lnTo>
                <a:cubicBezTo>
                  <a:pt x="2144778" y="1"/>
                  <a:pt x="2197808" y="23743"/>
                  <a:pt x="2236194" y="62129"/>
                </a:cubicBezTo>
                <a:close/>
              </a:path>
            </a:pathLst>
          </a:custGeom>
          <a:solidFill>
            <a:srgbClr val="ACC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1" name="任意多边形: 形状 60"/>
          <p:cNvSpPr/>
          <p:nvPr userDrawn="1">
            <p:custDataLst>
              <p:tags r:id="rId8"/>
            </p:custDataLst>
          </p:nvPr>
        </p:nvSpPr>
        <p:spPr>
          <a:xfrm rot="2700000">
            <a:off x="8099416" y="-1010713"/>
            <a:ext cx="4866005" cy="3186670"/>
          </a:xfrm>
          <a:custGeom>
            <a:avLst/>
            <a:gdLst>
              <a:gd name="connsiteX0" fmla="*/ 0 w 2245582"/>
              <a:gd name="connsiteY0" fmla="*/ 2245582 h 2245582"/>
              <a:gd name="connsiteX1" fmla="*/ 2245582 w 2245582"/>
              <a:gd name="connsiteY1" fmla="*/ 0 h 2245582"/>
              <a:gd name="connsiteX2" fmla="*/ 2245582 w 2245582"/>
              <a:gd name="connsiteY2" fmla="*/ 1734857 h 2245582"/>
              <a:gd name="connsiteX3" fmla="*/ 1734857 w 2245582"/>
              <a:gd name="connsiteY3" fmla="*/ 2245582 h 224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64" h="5019">
                <a:moveTo>
                  <a:pt x="0" y="5018"/>
                </a:moveTo>
                <a:lnTo>
                  <a:pt x="5018" y="0"/>
                </a:lnTo>
                <a:lnTo>
                  <a:pt x="7663" y="2645"/>
                </a:lnTo>
                <a:lnTo>
                  <a:pt x="7663" y="3276"/>
                </a:lnTo>
                <a:cubicBezTo>
                  <a:pt x="7693" y="4254"/>
                  <a:pt x="6797" y="5042"/>
                  <a:pt x="5920" y="5018"/>
                </a:cubicBezTo>
                <a:lnTo>
                  <a:pt x="0" y="5018"/>
                </a:lnTo>
                <a:close/>
              </a:path>
            </a:pathLst>
          </a:custGeom>
          <a:solidFill>
            <a:srgbClr val="DCE4E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 descr="医赋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089515" y="243205"/>
            <a:ext cx="1318895" cy="414020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>
            <p:custDataLst>
              <p:tags r:id="rId11"/>
            </p:custDataLst>
          </p:nvPr>
        </p:nvSpPr>
        <p:spPr>
          <a:xfrm>
            <a:off x="9540875" y="692915"/>
            <a:ext cx="2418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危机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B639F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创新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B639F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234300" y="744152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738300" y="744152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499900" y="744152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27.xml"/><Relationship Id="rId7" Type="http://schemas.openxmlformats.org/officeDocument/2006/relationships/image" Target="../media/image1.jpeg"/><Relationship Id="rId6" Type="http://schemas.openxmlformats.org/officeDocument/2006/relationships/tags" Target="../tags/tag2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背景图案&#10;&#10;描述已自动生成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18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3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29030"/>
            <a:ext cx="12192000" cy="310007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65810" y="2166620"/>
            <a:ext cx="7350760" cy="775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技术</a:t>
            </a:r>
            <a:r>
              <a:rPr 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部周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/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月</a:t>
            </a:r>
            <a:r>
              <a:rPr 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工作汇报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/>
            <a:endParaRPr lang="zh-CN" altLang="en-US" sz="48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6935" y="1485265"/>
            <a:ext cx="2216150" cy="482600"/>
            <a:chOff x="1381" y="2648"/>
            <a:chExt cx="3490" cy="760"/>
          </a:xfrm>
        </p:grpSpPr>
        <p:sp>
          <p:nvSpPr>
            <p:cNvPr id="14" name="圆角矩形 13"/>
            <p:cNvSpPr/>
            <p:nvPr/>
          </p:nvSpPr>
          <p:spPr>
            <a:xfrm>
              <a:off x="1381" y="2648"/>
              <a:ext cx="2975" cy="760"/>
            </a:xfrm>
            <a:prstGeom prst="roundRect">
              <a:avLst>
                <a:gd name="adj" fmla="val 50000"/>
              </a:avLst>
            </a:prstGeom>
            <a:solidFill>
              <a:srgbClr val="4B63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55" y="2709"/>
              <a:ext cx="2839" cy="639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665" y="2787"/>
              <a:ext cx="3206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知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识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赋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能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医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生</a:t>
              </a:r>
              <a:endParaRPr lang="zh-CN" altLang="en-US" sz="14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</p:txBody>
        </p:sp>
      </p:grpSp>
      <p:sp>
        <p:nvSpPr>
          <p:cNvPr id="40" name="任意多边形: 形状 39"/>
          <p:cNvSpPr/>
          <p:nvPr/>
        </p:nvSpPr>
        <p:spPr>
          <a:xfrm>
            <a:off x="0" y="5923280"/>
            <a:ext cx="5426075" cy="779780"/>
          </a:xfrm>
          <a:custGeom>
            <a:avLst/>
            <a:gdLst>
              <a:gd name="connsiteX0" fmla="*/ 0 w 5175737"/>
              <a:gd name="connsiteY0" fmla="*/ 0 h 1262704"/>
              <a:gd name="connsiteX1" fmla="*/ 342305 w 5175737"/>
              <a:gd name="connsiteY1" fmla="*/ 190246 h 1262704"/>
              <a:gd name="connsiteX2" fmla="*/ 3772354 w 5175737"/>
              <a:gd name="connsiteY2" fmla="*/ 1096445 h 1262704"/>
              <a:gd name="connsiteX3" fmla="*/ 4781736 w 5175737"/>
              <a:gd name="connsiteY3" fmla="*/ 1153334 h 1262704"/>
              <a:gd name="connsiteX4" fmla="*/ 5175737 w 5175737"/>
              <a:gd name="connsiteY4" fmla="*/ 1150987 h 1262704"/>
              <a:gd name="connsiteX5" fmla="*/ 4815546 w 5175737"/>
              <a:gd name="connsiteY5" fmla="*/ 1199012 h 1262704"/>
              <a:gd name="connsiteX6" fmla="*/ 3690902 w 5175737"/>
              <a:gd name="connsiteY6" fmla="*/ 1262704 h 1262704"/>
              <a:gd name="connsiteX7" fmla="*/ 514026 w 5175737"/>
              <a:gd name="connsiteY7" fmla="*/ 733484 h 1262704"/>
              <a:gd name="connsiteX8" fmla="*/ 0 w 5175737"/>
              <a:gd name="connsiteY8" fmla="*/ 535490 h 1262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5737" h="1262704">
                <a:moveTo>
                  <a:pt x="0" y="0"/>
                </a:moveTo>
                <a:lnTo>
                  <a:pt x="342305" y="190246"/>
                </a:lnTo>
                <a:cubicBezTo>
                  <a:pt x="1207474" y="629057"/>
                  <a:pt x="2416221" y="964967"/>
                  <a:pt x="3772354" y="1096445"/>
                </a:cubicBezTo>
                <a:cubicBezTo>
                  <a:pt x="4116769" y="1129836"/>
                  <a:pt x="4454387" y="1148461"/>
                  <a:pt x="4781736" y="1153334"/>
                </a:cubicBezTo>
                <a:lnTo>
                  <a:pt x="5175737" y="1150987"/>
                </a:lnTo>
                <a:lnTo>
                  <a:pt x="4815546" y="1199012"/>
                </a:lnTo>
                <a:cubicBezTo>
                  <a:pt x="4447414" y="1241032"/>
                  <a:pt x="4072032" y="1262704"/>
                  <a:pt x="3690902" y="1262704"/>
                </a:cubicBezTo>
                <a:cubicBezTo>
                  <a:pt x="2569417" y="1262704"/>
                  <a:pt x="1497699" y="1075062"/>
                  <a:pt x="514026" y="733484"/>
                </a:cubicBezTo>
                <a:lnTo>
                  <a:pt x="0" y="535490"/>
                </a:lnTo>
                <a:close/>
              </a:path>
            </a:pathLst>
          </a:custGeom>
          <a:solidFill>
            <a:srgbClr val="4B6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任意多边形: 形状 39"/>
          <p:cNvSpPr/>
          <p:nvPr/>
        </p:nvSpPr>
        <p:spPr>
          <a:xfrm rot="18840000" flipH="1">
            <a:off x="9476105" y="3117927"/>
            <a:ext cx="3717208" cy="1206115"/>
          </a:xfrm>
          <a:custGeom>
            <a:avLst/>
            <a:gdLst>
              <a:gd name="connsiteX0" fmla="*/ 0 w 8545"/>
              <a:gd name="connsiteY0" fmla="*/ 0 h 4188"/>
              <a:gd name="connsiteX1" fmla="*/ 565 w 8545"/>
              <a:gd name="connsiteY1" fmla="*/ 631 h 4188"/>
              <a:gd name="connsiteX2" fmla="*/ 6228 w 8545"/>
              <a:gd name="connsiteY2" fmla="*/ 3637 h 4188"/>
              <a:gd name="connsiteX3" fmla="*/ 7895 w 8545"/>
              <a:gd name="connsiteY3" fmla="*/ 3825 h 4188"/>
              <a:gd name="connsiteX4" fmla="*/ 8545 w 8545"/>
              <a:gd name="connsiteY4" fmla="*/ 3817 h 4188"/>
              <a:gd name="connsiteX5" fmla="*/ 7950 w 8545"/>
              <a:gd name="connsiteY5" fmla="*/ 3977 h 4188"/>
              <a:gd name="connsiteX6" fmla="*/ 6094 w 8545"/>
              <a:gd name="connsiteY6" fmla="*/ 4188 h 4188"/>
              <a:gd name="connsiteX7" fmla="*/ 628 w 8545"/>
              <a:gd name="connsiteY7" fmla="*/ 1790 h 4188"/>
              <a:gd name="connsiteX8" fmla="*/ 0 w 8545"/>
              <a:gd name="connsiteY8" fmla="*/ 1776 h 4188"/>
              <a:gd name="connsiteX9" fmla="*/ 0 w 8545"/>
              <a:gd name="connsiteY9" fmla="*/ 0 h 4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4" h="1899">
                <a:moveTo>
                  <a:pt x="0" y="0"/>
                </a:moveTo>
                <a:lnTo>
                  <a:pt x="47" y="28"/>
                </a:lnTo>
                <a:cubicBezTo>
                  <a:pt x="1095" y="643"/>
                  <a:pt x="2277" y="1103"/>
                  <a:pt x="3537" y="1348"/>
                </a:cubicBezTo>
                <a:cubicBezTo>
                  <a:pt x="4106" y="1458"/>
                  <a:pt x="4663" y="1520"/>
                  <a:pt x="5204" y="1536"/>
                </a:cubicBezTo>
                <a:lnTo>
                  <a:pt x="5854" y="1528"/>
                </a:lnTo>
                <a:lnTo>
                  <a:pt x="5259" y="1688"/>
                </a:lnTo>
                <a:cubicBezTo>
                  <a:pt x="4652" y="1827"/>
                  <a:pt x="4032" y="1899"/>
                  <a:pt x="3403" y="1899"/>
                </a:cubicBezTo>
                <a:cubicBezTo>
                  <a:pt x="2824" y="1899"/>
                  <a:pt x="2232" y="1776"/>
                  <a:pt x="1642" y="1571"/>
                </a:cubicBezTo>
                <a:lnTo>
                  <a:pt x="1619" y="1563"/>
                </a:lnTo>
                <a:lnTo>
                  <a:pt x="0" y="0"/>
                </a:lnTo>
                <a:close/>
              </a:path>
            </a:pathLst>
          </a:custGeom>
          <a:solidFill>
            <a:srgbClr val="4B6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任意多边形: 形状 5"/>
          <p:cNvSpPr/>
          <p:nvPr/>
        </p:nvSpPr>
        <p:spPr>
          <a:xfrm>
            <a:off x="0" y="3580179"/>
            <a:ext cx="12192000" cy="3254375"/>
          </a:xfrm>
          <a:custGeom>
            <a:avLst/>
            <a:gdLst>
              <a:gd name="connsiteX0" fmla="*/ 12192000 w 12192000"/>
              <a:gd name="connsiteY0" fmla="*/ 0 h 4442309"/>
              <a:gd name="connsiteX1" fmla="*/ 12192000 w 12192000"/>
              <a:gd name="connsiteY1" fmla="*/ 4442309 h 4442309"/>
              <a:gd name="connsiteX2" fmla="*/ 0 w 12192000"/>
              <a:gd name="connsiteY2" fmla="*/ 4442309 h 4442309"/>
              <a:gd name="connsiteX3" fmla="*/ 0 w 12192000"/>
              <a:gd name="connsiteY3" fmla="*/ 3767396 h 4442309"/>
              <a:gd name="connsiteX4" fmla="*/ 523254 w 12192000"/>
              <a:gd name="connsiteY4" fmla="*/ 3908505 h 4442309"/>
              <a:gd name="connsiteX5" fmla="*/ 3700130 w 12192000"/>
              <a:gd name="connsiteY5" fmla="*/ 4279024 h 4442309"/>
              <a:gd name="connsiteX6" fmla="*/ 12111060 w 12192000"/>
              <a:gd name="connsiteY6" fmla="*/ 224193 h 444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442309">
                <a:moveTo>
                  <a:pt x="12192000" y="0"/>
                </a:moveTo>
                <a:lnTo>
                  <a:pt x="12192000" y="4442309"/>
                </a:lnTo>
                <a:lnTo>
                  <a:pt x="0" y="4442309"/>
                </a:lnTo>
                <a:lnTo>
                  <a:pt x="0" y="3767396"/>
                </a:lnTo>
                <a:lnTo>
                  <a:pt x="523254" y="3908505"/>
                </a:lnTo>
                <a:cubicBezTo>
                  <a:pt x="1506927" y="4147652"/>
                  <a:pt x="2578645" y="4279024"/>
                  <a:pt x="3700130" y="4279024"/>
                </a:cubicBezTo>
                <a:cubicBezTo>
                  <a:pt x="7765515" y="4279024"/>
                  <a:pt x="11176920" y="2552703"/>
                  <a:pt x="12111060" y="224193"/>
                </a:cubicBezTo>
                <a:close/>
              </a:path>
            </a:pathLst>
          </a:custGeom>
          <a:solidFill>
            <a:srgbClr val="1D3A78"/>
          </a:solidFill>
          <a:ln>
            <a:noFill/>
          </a:ln>
          <a:effectLst>
            <a:outerShdw blurRad="2540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586595" y="6227575"/>
            <a:ext cx="2418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危机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创新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76935" y="3104515"/>
            <a:ext cx="9264650" cy="0"/>
          </a:xfrm>
          <a:prstGeom prst="line">
            <a:avLst/>
          </a:prstGeom>
          <a:ln w="28575" cap="flat" cmpd="sng">
            <a:gradFill>
              <a:gsLst>
                <a:gs pos="100000">
                  <a:srgbClr val="4B639F">
                    <a:alpha val="0"/>
                  </a:srgbClr>
                </a:gs>
                <a:gs pos="33000">
                  <a:srgbClr val="4B639F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65810" y="3331210"/>
            <a:ext cx="7802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千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万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文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献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据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/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佛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顶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尖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课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程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/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能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药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典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题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库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8" name="图片 7" descr="Z医赋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458" y="5728335"/>
            <a:ext cx="1316355" cy="393700"/>
          </a:xfrm>
          <a:prstGeom prst="rect">
            <a:avLst/>
          </a:prstGeom>
        </p:spPr>
      </p:pic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765810" y="4420209"/>
            <a:ext cx="1960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2"/>
              </a:rPr>
              <a:t>汇报人：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2"/>
              </a:rPr>
              <a:t>郭志才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3151505" y="4419600"/>
            <a:ext cx="227457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2026.3.20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文本框 66"/>
          <p:cNvSpPr txBox="1"/>
          <p:nvPr/>
        </p:nvSpPr>
        <p:spPr>
          <a:xfrm>
            <a:off x="1183459" y="2518982"/>
            <a:ext cx="6103256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上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 </a:t>
            </a:r>
            <a:r>
              <a:rPr 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周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 / 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月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工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作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总</a:t>
            </a:r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B0800000000000000" charset="-122"/>
                <a:sym typeface="+mn-ea"/>
              </a:rPr>
              <a:t>结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" panose="020B0800000000000000" charset="-122"/>
              <a:sym typeface="+mn-ea"/>
            </a:endParaRPr>
          </a:p>
        </p:txBody>
      </p:sp>
      <p:sp>
        <p:nvSpPr>
          <p:cNvPr id="16" name="文本框 8"/>
          <p:cNvSpPr txBox="1"/>
          <p:nvPr/>
        </p:nvSpPr>
        <p:spPr>
          <a:xfrm>
            <a:off x="1312545" y="1597025"/>
            <a:ext cx="25019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54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- 01 -</a:t>
            </a:r>
            <a:endParaRPr lang="en-US" altLang="zh-CN" sz="540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-10795" y="1107440"/>
            <a:ext cx="11697335" cy="37261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421" h="4844">
                <a:moveTo>
                  <a:pt x="0" y="0"/>
                </a:moveTo>
                <a:lnTo>
                  <a:pt x="18421" y="0"/>
                </a:lnTo>
                <a:lnTo>
                  <a:pt x="18421" y="3921"/>
                </a:lnTo>
                <a:lnTo>
                  <a:pt x="4749" y="3921"/>
                </a:lnTo>
                <a:lnTo>
                  <a:pt x="3272" y="4844"/>
                </a:lnTo>
                <a:lnTo>
                  <a:pt x="3564" y="3921"/>
                </a:lnTo>
                <a:lnTo>
                  <a:pt x="0" y="392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67000">
                <a:srgbClr val="1D3A78">
                  <a:alpha val="5000"/>
                </a:srgbClr>
              </a:gs>
              <a:gs pos="22000">
                <a:srgbClr val="2D5190">
                  <a:alpha val="6000"/>
                </a:srgb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65810" y="2166620"/>
            <a:ext cx="7350760" cy="775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楷体" panose="02010609060101010101" charset="-122"/>
                <a:ea typeface="楷体" panose="02010609060101010101" charset="-122"/>
                <a:cs typeface="+mj-ea"/>
                <a:sym typeface="+mn-ea"/>
              </a:rPr>
              <a:t>感谢您的耐心观看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楷体" panose="02010609060101010101" charset="-122"/>
              <a:ea typeface="楷体" panose="02010609060101010101" charset="-122"/>
              <a:cs typeface="+mj-ea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76935" y="1485265"/>
            <a:ext cx="2216150" cy="482600"/>
            <a:chOff x="1381" y="2648"/>
            <a:chExt cx="3490" cy="760"/>
          </a:xfrm>
        </p:grpSpPr>
        <p:sp>
          <p:nvSpPr>
            <p:cNvPr id="14" name="圆角矩形 13"/>
            <p:cNvSpPr/>
            <p:nvPr/>
          </p:nvSpPr>
          <p:spPr>
            <a:xfrm>
              <a:off x="1381" y="2648"/>
              <a:ext cx="2975" cy="760"/>
            </a:xfrm>
            <a:prstGeom prst="roundRect">
              <a:avLst>
                <a:gd name="adj" fmla="val 50000"/>
              </a:avLst>
            </a:prstGeom>
            <a:solidFill>
              <a:srgbClr val="4B63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55" y="2709"/>
              <a:ext cx="2839" cy="639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665" y="2787"/>
              <a:ext cx="3206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知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识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赋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能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医</a:t>
              </a:r>
              <a:r>
                <a:rPr lang="en-US" altLang="zh-CN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生</a:t>
              </a:r>
              <a:endParaRPr lang="zh-CN" altLang="en-US" sz="14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</p:txBody>
        </p:sp>
      </p:grpSp>
      <p:sp>
        <p:nvSpPr>
          <p:cNvPr id="40" name="任意多边形: 形状 39"/>
          <p:cNvSpPr/>
          <p:nvPr/>
        </p:nvSpPr>
        <p:spPr>
          <a:xfrm>
            <a:off x="0" y="5923280"/>
            <a:ext cx="5426075" cy="779780"/>
          </a:xfrm>
          <a:custGeom>
            <a:avLst/>
            <a:gdLst>
              <a:gd name="connsiteX0" fmla="*/ 0 w 5175737"/>
              <a:gd name="connsiteY0" fmla="*/ 0 h 1262704"/>
              <a:gd name="connsiteX1" fmla="*/ 342305 w 5175737"/>
              <a:gd name="connsiteY1" fmla="*/ 190246 h 1262704"/>
              <a:gd name="connsiteX2" fmla="*/ 3772354 w 5175737"/>
              <a:gd name="connsiteY2" fmla="*/ 1096445 h 1262704"/>
              <a:gd name="connsiteX3" fmla="*/ 4781736 w 5175737"/>
              <a:gd name="connsiteY3" fmla="*/ 1153334 h 1262704"/>
              <a:gd name="connsiteX4" fmla="*/ 5175737 w 5175737"/>
              <a:gd name="connsiteY4" fmla="*/ 1150987 h 1262704"/>
              <a:gd name="connsiteX5" fmla="*/ 4815546 w 5175737"/>
              <a:gd name="connsiteY5" fmla="*/ 1199012 h 1262704"/>
              <a:gd name="connsiteX6" fmla="*/ 3690902 w 5175737"/>
              <a:gd name="connsiteY6" fmla="*/ 1262704 h 1262704"/>
              <a:gd name="connsiteX7" fmla="*/ 514026 w 5175737"/>
              <a:gd name="connsiteY7" fmla="*/ 733484 h 1262704"/>
              <a:gd name="connsiteX8" fmla="*/ 0 w 5175737"/>
              <a:gd name="connsiteY8" fmla="*/ 535490 h 1262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5737" h="1262704">
                <a:moveTo>
                  <a:pt x="0" y="0"/>
                </a:moveTo>
                <a:lnTo>
                  <a:pt x="342305" y="190246"/>
                </a:lnTo>
                <a:cubicBezTo>
                  <a:pt x="1207474" y="629057"/>
                  <a:pt x="2416221" y="964967"/>
                  <a:pt x="3772354" y="1096445"/>
                </a:cubicBezTo>
                <a:cubicBezTo>
                  <a:pt x="4116769" y="1129836"/>
                  <a:pt x="4454387" y="1148461"/>
                  <a:pt x="4781736" y="1153334"/>
                </a:cubicBezTo>
                <a:lnTo>
                  <a:pt x="5175737" y="1150987"/>
                </a:lnTo>
                <a:lnTo>
                  <a:pt x="4815546" y="1199012"/>
                </a:lnTo>
                <a:cubicBezTo>
                  <a:pt x="4447414" y="1241032"/>
                  <a:pt x="4072032" y="1262704"/>
                  <a:pt x="3690902" y="1262704"/>
                </a:cubicBezTo>
                <a:cubicBezTo>
                  <a:pt x="2569417" y="1262704"/>
                  <a:pt x="1497699" y="1075062"/>
                  <a:pt x="514026" y="733484"/>
                </a:cubicBezTo>
                <a:lnTo>
                  <a:pt x="0" y="535490"/>
                </a:lnTo>
                <a:close/>
              </a:path>
            </a:pathLst>
          </a:custGeom>
          <a:solidFill>
            <a:srgbClr val="4B6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任意多边形: 形状 39"/>
          <p:cNvSpPr/>
          <p:nvPr/>
        </p:nvSpPr>
        <p:spPr>
          <a:xfrm rot="18840000" flipH="1">
            <a:off x="9476105" y="3117927"/>
            <a:ext cx="3717208" cy="1206115"/>
          </a:xfrm>
          <a:custGeom>
            <a:avLst/>
            <a:gdLst>
              <a:gd name="connsiteX0" fmla="*/ 0 w 8545"/>
              <a:gd name="connsiteY0" fmla="*/ 0 h 4188"/>
              <a:gd name="connsiteX1" fmla="*/ 565 w 8545"/>
              <a:gd name="connsiteY1" fmla="*/ 631 h 4188"/>
              <a:gd name="connsiteX2" fmla="*/ 6228 w 8545"/>
              <a:gd name="connsiteY2" fmla="*/ 3637 h 4188"/>
              <a:gd name="connsiteX3" fmla="*/ 7895 w 8545"/>
              <a:gd name="connsiteY3" fmla="*/ 3825 h 4188"/>
              <a:gd name="connsiteX4" fmla="*/ 8545 w 8545"/>
              <a:gd name="connsiteY4" fmla="*/ 3817 h 4188"/>
              <a:gd name="connsiteX5" fmla="*/ 7950 w 8545"/>
              <a:gd name="connsiteY5" fmla="*/ 3977 h 4188"/>
              <a:gd name="connsiteX6" fmla="*/ 6094 w 8545"/>
              <a:gd name="connsiteY6" fmla="*/ 4188 h 4188"/>
              <a:gd name="connsiteX7" fmla="*/ 628 w 8545"/>
              <a:gd name="connsiteY7" fmla="*/ 1790 h 4188"/>
              <a:gd name="connsiteX8" fmla="*/ 0 w 8545"/>
              <a:gd name="connsiteY8" fmla="*/ 1776 h 4188"/>
              <a:gd name="connsiteX9" fmla="*/ 0 w 8545"/>
              <a:gd name="connsiteY9" fmla="*/ 0 h 4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4" h="1899">
                <a:moveTo>
                  <a:pt x="0" y="0"/>
                </a:moveTo>
                <a:lnTo>
                  <a:pt x="47" y="28"/>
                </a:lnTo>
                <a:cubicBezTo>
                  <a:pt x="1095" y="643"/>
                  <a:pt x="2277" y="1103"/>
                  <a:pt x="3537" y="1348"/>
                </a:cubicBezTo>
                <a:cubicBezTo>
                  <a:pt x="4106" y="1458"/>
                  <a:pt x="4663" y="1520"/>
                  <a:pt x="5204" y="1536"/>
                </a:cubicBezTo>
                <a:lnTo>
                  <a:pt x="5854" y="1528"/>
                </a:lnTo>
                <a:lnTo>
                  <a:pt x="5259" y="1688"/>
                </a:lnTo>
                <a:cubicBezTo>
                  <a:pt x="4652" y="1827"/>
                  <a:pt x="4032" y="1899"/>
                  <a:pt x="3403" y="1899"/>
                </a:cubicBezTo>
                <a:cubicBezTo>
                  <a:pt x="2824" y="1899"/>
                  <a:pt x="2232" y="1776"/>
                  <a:pt x="1642" y="1571"/>
                </a:cubicBezTo>
                <a:lnTo>
                  <a:pt x="1619" y="1563"/>
                </a:lnTo>
                <a:lnTo>
                  <a:pt x="0" y="0"/>
                </a:lnTo>
                <a:close/>
              </a:path>
            </a:pathLst>
          </a:custGeom>
          <a:solidFill>
            <a:srgbClr val="4B6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任意多边形: 形状 5"/>
          <p:cNvSpPr/>
          <p:nvPr/>
        </p:nvSpPr>
        <p:spPr>
          <a:xfrm>
            <a:off x="0" y="3603625"/>
            <a:ext cx="12192000" cy="3254375"/>
          </a:xfrm>
          <a:custGeom>
            <a:avLst/>
            <a:gdLst>
              <a:gd name="connsiteX0" fmla="*/ 12192000 w 12192000"/>
              <a:gd name="connsiteY0" fmla="*/ 0 h 4442309"/>
              <a:gd name="connsiteX1" fmla="*/ 12192000 w 12192000"/>
              <a:gd name="connsiteY1" fmla="*/ 4442309 h 4442309"/>
              <a:gd name="connsiteX2" fmla="*/ 0 w 12192000"/>
              <a:gd name="connsiteY2" fmla="*/ 4442309 h 4442309"/>
              <a:gd name="connsiteX3" fmla="*/ 0 w 12192000"/>
              <a:gd name="connsiteY3" fmla="*/ 3767396 h 4442309"/>
              <a:gd name="connsiteX4" fmla="*/ 523254 w 12192000"/>
              <a:gd name="connsiteY4" fmla="*/ 3908505 h 4442309"/>
              <a:gd name="connsiteX5" fmla="*/ 3700130 w 12192000"/>
              <a:gd name="connsiteY5" fmla="*/ 4279024 h 4442309"/>
              <a:gd name="connsiteX6" fmla="*/ 12111060 w 12192000"/>
              <a:gd name="connsiteY6" fmla="*/ 224193 h 444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442309">
                <a:moveTo>
                  <a:pt x="12192000" y="0"/>
                </a:moveTo>
                <a:lnTo>
                  <a:pt x="12192000" y="4442309"/>
                </a:lnTo>
                <a:lnTo>
                  <a:pt x="0" y="4442309"/>
                </a:lnTo>
                <a:lnTo>
                  <a:pt x="0" y="3767396"/>
                </a:lnTo>
                <a:lnTo>
                  <a:pt x="523254" y="3908505"/>
                </a:lnTo>
                <a:cubicBezTo>
                  <a:pt x="1506927" y="4147652"/>
                  <a:pt x="2578645" y="4279024"/>
                  <a:pt x="3700130" y="4279024"/>
                </a:cubicBezTo>
                <a:cubicBezTo>
                  <a:pt x="7765515" y="4279024"/>
                  <a:pt x="11176920" y="2552703"/>
                  <a:pt x="12111060" y="224193"/>
                </a:cubicBezTo>
                <a:close/>
              </a:path>
            </a:pathLst>
          </a:custGeom>
          <a:solidFill>
            <a:srgbClr val="1D3A78"/>
          </a:solidFill>
          <a:ln>
            <a:noFill/>
          </a:ln>
          <a:effectLst>
            <a:outerShdw blurRad="2540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586595" y="6227575"/>
            <a:ext cx="2418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危机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专注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创新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76935" y="3104515"/>
            <a:ext cx="9264650" cy="0"/>
          </a:xfrm>
          <a:prstGeom prst="line">
            <a:avLst/>
          </a:prstGeom>
          <a:ln w="28575" cap="flat" cmpd="sng">
            <a:gradFill>
              <a:gsLst>
                <a:gs pos="100000">
                  <a:srgbClr val="4B639F">
                    <a:alpha val="0"/>
                  </a:srgbClr>
                </a:gs>
                <a:gs pos="33000">
                  <a:srgbClr val="4B639F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65810" y="3331210"/>
            <a:ext cx="7802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千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万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文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献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据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/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哈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佛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顶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尖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课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程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/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能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药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典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题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库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8" name="图片 7" descr="Z医赋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458" y="5728335"/>
            <a:ext cx="1316355" cy="393700"/>
          </a:xfrm>
          <a:prstGeom prst="rect">
            <a:avLst/>
          </a:prstGeom>
        </p:spPr>
      </p:pic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765810" y="4420209"/>
            <a:ext cx="1579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+mj-ea"/>
              </a:rPr>
              <a:t>汇报人：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+mj-ea"/>
              </a:rPr>
              <a:t>xxx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+mj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3139930" y="4419574"/>
            <a:ext cx="19100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2025.2.5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.xml><?xml version="1.0" encoding="utf-8"?>
<p:tagLst xmlns:p="http://schemas.openxmlformats.org/presentationml/2006/main">
  <p:tag name="COMMONDATA" val="eyJjb3VudCI6Mzc3LCJoZGlkIjoiODQ5YWYzN2UzOWQ2NDRkZjM1NmFkN2Q1YWI5MDdiMDQiLCJ1c2VyQ291bnQiOjM3NH0="/>
  <p:tag name="RESOURCE_RECORD_KEY" val="{&quot;70&quot;:[3312117,3314671,3312145,3314290,3312646,3314302,3312455,3318551,3312125,3314314,3314594,3314199,3314197,3314223,3312532,3318399,3312127,3323815,3314558,3318307,3312272,3318439,3319296,3314320,3318427,3319440,3312559,3314390,3322139,3314141,3312128],&quot;8&quot;:[20476168,20469754,7147140,20472044,20472605,20476066,20468883,20475588,20475583,20476167,20475572,20476097,4669883,20475528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思源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思源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WPS 表格</Application>
  <PresentationFormat>宽屏</PresentationFormat>
  <Paragraphs>29</Paragraphs>
  <Slides>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Wingdings</vt:lpstr>
      <vt:lpstr>思源黑体</vt:lpstr>
      <vt:lpstr>黑体</vt:lpstr>
      <vt:lpstr>楷体</vt:lpstr>
      <vt:lpstr>汉仪楷体KW</vt:lpstr>
      <vt:lpstr>Arial Unicode MS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</cp:lastModifiedBy>
  <cp:revision>1474</cp:revision>
  <dcterms:created xsi:type="dcterms:W3CDTF">2026-05-24T01:37:36Z</dcterms:created>
  <dcterms:modified xsi:type="dcterms:W3CDTF">2026-05-24T01:37:36Z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KSOTemplateUUID">
    <vt:lpwstr>v1.0_mb_S2HITtE8hptFLcG3xXnFHA==</vt:lpwstr>
  </property>
  <property fmtid="{D5CDD505-2E9C-101B-9397-08002B2CF9AE}" pid="4" name="ICV">
    <vt:lpwstr>3C54C04C9B712AE36056126A033D88C2_43</vt:lpwstr>
  </property>
</Properties>
</file>